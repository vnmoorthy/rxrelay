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4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9144000" cy="5143500" type="screen16x9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  <Relationship Id="rId14" Type="http://schemas.openxmlformats.org/officeDocument/2006/relationships/slideMaster" Target="slideMasters/slideMaster1.xml"/>
  <Relationship Id="rId15" Type="http://schemas.openxmlformats.org/officeDocument/2006/relationships/theme" Target="theme/theme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Open on the outcome, not 'an AI agent.' Pause on Proof, not promises. Maya is the voice; the product is the proof gate.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People call 10–20 pharmacies because coordination failed — not because they wanted an agent.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A smoother bot is not the answer. Narration that looks like completion is the whole risk.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Three verbs. Distinctive thing is the proof condition. Maya sounds human — short turns, no menus.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Every green check is a deterministic state transition. Run the dashboard live.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Reset sandbox, walk full flow, call demo line, show unsafe branch stays red.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Verified tier = TeXML speech + DTMF + stronger model — not multi-vendor ASR theater.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Safe stop is success when automation would be wrong. Receipts are the moat.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Public blast radius = three TeXML routes. Proof flags never set by model text.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Do not claim we capture $93B. TAM is voice AI; $93B justifies budget. Beachhead already buys telephony.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Pricing aligns with the proof gate. Wedge into desks with call volume and compliance anxiety.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Completeness is intentional — live outbound fails closed as safety, not a gap.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Invite judges to live board and safety stop. Call Maya.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A1MOBILE VOICE AI HACKATHON 2026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5200" b="1">
                <a:solidFill>
                  <a:srgbClr val="FFFFFF"/>
                </a:solidFill>
                <a:latin typeface="Calibri"/>
              </a:rPr>
              <a:t>Proof, not promises.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Maya is a consent-first voice coordinator for prescription access — she follows pharmacy, clinic, and insurer handoffs, and refuses resolution without evidence.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PAVO routing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Evidence-gated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Consent-first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Make the calls. Bring the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2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PROBLEM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02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The patient becomes the switchboard.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5C6B78"/>
                </a:solidFill>
                <a:latin typeface="Calibri"/>
              </a:rPr>
              <a:t>When a prescription stalls, the person who needs it repeats the same story across pharmacy, clinic, and insurer — with no shared state and no owner.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Pharmacy: "We need a prior authorization."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Clinic: "We sent it — call your insurer."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Insurer: "Ask the pharmacy for the status."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Patient: calling again.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Authorization friction turns patients into unpaid coordinators.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3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STAKES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LLMs narrate completion. Access problems need evidence.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Generic agents: conversation ends ⇒ done. Access requires consent → coordinate → verify with counterpart proof.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No shared case · no counterpart attestation · failed calls still sound successful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One owner · recorded outcomes · patient update only after the trail is real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In medication access, a polite hallucination is still a failure.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4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SOLUTION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04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Maya coordinates status — not medicine.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5C6B78"/>
                </a:solidFill>
                <a:latin typeface="Calibri"/>
              </a:rPr>
              <a:t>One consented voice request becomes a case with an owner.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01 Ask once — natural speech; scoped consent including “help me with my prescription”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02 Coordinate — non-clinical status follow-up only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03 Prove — open until counterpart outcome + patient update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Trust comes from narrowing authority — then proving the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5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PROOF GATE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Green only when all four proofs arrive.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Activity is not resolution. An LLM never decides the case is closed.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consent ∧ permitted action ∧ counterpart outcome ∧ patient update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00:00 Consent · 00:20 Pharmacy · 00:45 Clinic · 01:10 Verify · 01:22 SMS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No evidence missing → case can turn green.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6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DEMO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06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Sandbox E2E. Live inbound when ready.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Proof board :3000 — npm run dev → 4/4 gate + SSE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Maya TeXML :3001 — npm run voice → tunnel → natural consent → case transitions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Safe branch → green · unsafe → human queue · call the claimed number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Judged flow is deterministic, visible, and fail-closed.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7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PAVO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07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Upgrade the pipeline — not just the model.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A stronger LLM cannot repair a misheard authorization number.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FAST — greetings / yes-no · compact reasoning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BALANCED — routine coordination · speech → tools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VERIFIED — names, dates, prior auth · speech + DTMF + strong model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SAFE STOP — clinical / unsafe → human queue, no action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Demand · confidence · noise · critical entities · action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8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MOAT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08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Useful inside the boundary. Humble outside it.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CAN: scoped consent · status checks · counterpart outcomes · consented updates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WILL NOT: clinical advice · Rx changes · controlled inventory · unconsented contact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DEFENSE: signed receipts · attestation portal · live outbound fails closed · proof flags never from model text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The wow factor is knowing when not to act — and exporting what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9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ARCHITECTURE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09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Voice blast radius. Dashboard stays local.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LLM proposes language. Deterministic policy + evidence decide what may happen.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Edge: OTP caller · Cloudflare → :3001 only · a1mobile TeXML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Voice: Maya · voice-server · consent · safe stop · three routes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Core: PAVO + CaseStore 4/4 gate · shared JSON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Ops: proof board :3000 · portal · receipts · MCP</a:t>
            </a:r>
          </a:p>
        </p:txBody>
      </p:sp>
      <p:sp>
        <p:nvSpPr>
          <p:cNvPr id="10" name="Bullet"/>
          <p:cNvSpPr txBox="1"/>
          <p:nvPr/>
        </p:nvSpPr>
        <p:spPr>
          <a:xfrm>
            <a:off x="537200" y="32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Live: sandbox default · fail closed · OTP allowlist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Public tunnel never reaches the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0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MARKET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10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Own the evidence-gated access workflow.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TAM: AI voice agents in healthcare ~$0.5–2.1B (2025).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188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SAM / pain pool: ~$93B navigating utilization management (Health Affairs); CAQH ~$89B.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457200" y="226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SOM: specialty access hubs — priced per resolved case.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6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Sell resolved access cases — not words spoken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Beachhead: specialty pharmacies · patient hubs · digital pharmacies · health-system Rx access</a:t>
            </a:r>
          </a:p>
        </p:txBody>
      </p:sp>
      <p:sp>
        <p:nvSpPr>
          <p:cNvPr id="10" name="Bullet"/>
          <p:cNvSpPr txBox="1"/>
          <p:nvPr/>
        </p:nvSpPr>
        <p:spPr>
          <a:xfrm>
            <a:off x="537200" y="33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Sources: Towards Healthcare · Healthcare Foresights · Health Affairs · CAQH Index 2023 (directional)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Sell resolved access cases — not words spoken.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11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BUSINESS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11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Charge for verified outcomes.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Who buys: specialty pharmacies, patient hubs, digital pharmacies, health-system Rx access teams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How priced: per resolved case / seat — aligned to the 4/4 gate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Why now: voice AI is shipping; compliance still needs receipts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The product meter matches the product ethic.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2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WHY A1MOBILE / CATALYST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12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Evidence culture. Your network. Open research.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Evidence — proof gates, signed receipts, Groundtruth / Observatory discipline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a1 network — TeXML voice, OTP SMS, number verify — load-bearing primitives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PAVO — peer-reviewed paper + pavo-bench alongside product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Real problem · real voice UX · real safety · it actually runs.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3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ASK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13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A prescription should not fail because coordination did.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RxRelay turns a consented call into a verifiable outcome.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vnmoorthy.github.io/rxrelay · github.com/vnmoorthy/rxrelay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openreview.net/forum?id=zrneoIxlFx · PAVO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Next: live OTP SMS · production tunnel · specialty access pilots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RxRelay · Proof, not promises.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xRelay">
  <a:themeElements>
    <a:clrScheme name="RxRelay">
      <a:dk1>
        <a:srgbClr val="04131F"/>
      </a:dk1>
      <a:lt1>
        <a:srgbClr val="FFFFFF"/>
      </a:lt1>
      <a:dk2>
        <a:srgbClr val="0B2436"/>
      </a:dk2>
      <a:lt2>
        <a:srgbClr val="F4F7F9"/>
      </a:lt2>
      <a:accent1>
        <a:srgbClr val="0F9F8C"/>
      </a:accent1>
      <a:accent2>
        <a:srgbClr val="39D6C0"/>
      </a:accent2>
      <a:accent3>
        <a:srgbClr val="D8892A"/>
      </a:accent3>
      <a:accent4>
        <a:srgbClr val="C24B45"/>
      </a:accent4>
      <a:accent5>
        <a:srgbClr val="2F6FBF"/>
      </a:accent5>
      <a:accent6>
        <a:srgbClr val="8EA0AE"/>
      </a:accent6>
      <a:hlink>
        <a:srgbClr val="39D6C0"/>
      </a:hlink>
      <a:folHlink>
        <a:srgbClr val="0F9F8C"/>
      </a:folHlink>
    </a:clrScheme>
    <a:fontScheme name="RxRelay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Node.js</Application>
  <Slides>13</Slides>
  <PresentationFormat>On-screen Show (16:9)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RxRelay Hackathon Pitch</dc:title>
  <dc:creator>RxRelay</dc:creator>
  <dc:description>Proof, not promises — consent-first voice coordination</dc:description>
  <cp:lastModifiedBy>build-deck.mjs</cp:lastModifiedBy>
</cp:coreProperties>
</file>